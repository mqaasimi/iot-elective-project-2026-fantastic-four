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6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7E143-6734-4DFD-B512-874927BB1771}" v="20" dt="2026-05-20T08:29:16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h Gamieldien" userId="99d7dd5db3b62964" providerId="LiveId" clId="{D28C4B6C-3F94-4BDC-A218-9EFE0579EC5B}"/>
    <pc:docChg chg="undo custSel addSld modSld sldOrd">
      <pc:chgData name="redah Gamieldien" userId="99d7dd5db3b62964" providerId="LiveId" clId="{D28C4B6C-3F94-4BDC-A218-9EFE0579EC5B}" dt="2026-05-20T08:34:43.284" v="368" actId="14100"/>
      <pc:docMkLst>
        <pc:docMk/>
      </pc:docMkLst>
      <pc:sldChg chg="modSp mod">
        <pc:chgData name="redah Gamieldien" userId="99d7dd5db3b62964" providerId="LiveId" clId="{D28C4B6C-3F94-4BDC-A218-9EFE0579EC5B}" dt="2026-05-20T07:12:48.325" v="150" actId="20577"/>
        <pc:sldMkLst>
          <pc:docMk/>
          <pc:sldMk cId="1161716038" sldId="257"/>
        </pc:sldMkLst>
        <pc:spChg chg="mod">
          <ac:chgData name="redah Gamieldien" userId="99d7dd5db3b62964" providerId="LiveId" clId="{D28C4B6C-3F94-4BDC-A218-9EFE0579EC5B}" dt="2026-05-20T07:12:48.325" v="150" actId="20577"/>
          <ac:spMkLst>
            <pc:docMk/>
            <pc:sldMk cId="1161716038" sldId="257"/>
            <ac:spMk id="3" creationId="{8055A5F1-BCCF-4D6B-1852-60501D480AA4}"/>
          </ac:spMkLst>
        </pc:spChg>
      </pc:sldChg>
      <pc:sldChg chg="modSp mod">
        <pc:chgData name="redah Gamieldien" userId="99d7dd5db3b62964" providerId="LiveId" clId="{D28C4B6C-3F94-4BDC-A218-9EFE0579EC5B}" dt="2026-05-20T07:20:09.732" v="199" actId="20577"/>
        <pc:sldMkLst>
          <pc:docMk/>
          <pc:sldMk cId="303080979" sldId="260"/>
        </pc:sldMkLst>
        <pc:spChg chg="mod">
          <ac:chgData name="redah Gamieldien" userId="99d7dd5db3b62964" providerId="LiveId" clId="{D28C4B6C-3F94-4BDC-A218-9EFE0579EC5B}" dt="2026-05-20T07:20:09.732" v="199" actId="20577"/>
          <ac:spMkLst>
            <pc:docMk/>
            <pc:sldMk cId="303080979" sldId="260"/>
            <ac:spMk id="3" creationId="{6B82EE57-CE08-702B-0FF2-7084254821F5}"/>
          </ac:spMkLst>
        </pc:spChg>
      </pc:sldChg>
      <pc:sldChg chg="modSp mod">
        <pc:chgData name="redah Gamieldien" userId="99d7dd5db3b62964" providerId="LiveId" clId="{D28C4B6C-3F94-4BDC-A218-9EFE0579EC5B}" dt="2026-05-20T07:27:47.337" v="213" actId="20577"/>
        <pc:sldMkLst>
          <pc:docMk/>
          <pc:sldMk cId="1105290776" sldId="262"/>
        </pc:sldMkLst>
        <pc:spChg chg="mod">
          <ac:chgData name="redah Gamieldien" userId="99d7dd5db3b62964" providerId="LiveId" clId="{D28C4B6C-3F94-4BDC-A218-9EFE0579EC5B}" dt="2026-05-20T07:26:27.701" v="204" actId="20577"/>
          <ac:spMkLst>
            <pc:docMk/>
            <pc:sldMk cId="1105290776" sldId="262"/>
            <ac:spMk id="2" creationId="{4186CDE2-F8F2-D7FC-B069-7FE0A4E2A81E}"/>
          </ac:spMkLst>
        </pc:spChg>
        <pc:spChg chg="mod">
          <ac:chgData name="redah Gamieldien" userId="99d7dd5db3b62964" providerId="LiveId" clId="{D28C4B6C-3F94-4BDC-A218-9EFE0579EC5B}" dt="2026-05-20T07:27:47.337" v="213" actId="20577"/>
          <ac:spMkLst>
            <pc:docMk/>
            <pc:sldMk cId="1105290776" sldId="262"/>
            <ac:spMk id="9" creationId="{DB37B540-912A-0F4C-D4BD-D2FC446B1A6E}"/>
          </ac:spMkLst>
        </pc:spChg>
      </pc:sldChg>
      <pc:sldChg chg="modSp mod ord">
        <pc:chgData name="redah Gamieldien" userId="99d7dd5db3b62964" providerId="LiveId" clId="{D28C4B6C-3F94-4BDC-A218-9EFE0579EC5B}" dt="2026-05-20T07:30:10.650" v="225" actId="20577"/>
        <pc:sldMkLst>
          <pc:docMk/>
          <pc:sldMk cId="972502749" sldId="263"/>
        </pc:sldMkLst>
        <pc:spChg chg="mod">
          <ac:chgData name="redah Gamieldien" userId="99d7dd5db3b62964" providerId="LiveId" clId="{D28C4B6C-3F94-4BDC-A218-9EFE0579EC5B}" dt="2026-05-20T07:30:10.650" v="225" actId="20577"/>
          <ac:spMkLst>
            <pc:docMk/>
            <pc:sldMk cId="972502749" sldId="263"/>
            <ac:spMk id="2" creationId="{306931BB-5ED4-F78D-8DCD-0F262D893FF3}"/>
          </ac:spMkLst>
        </pc:spChg>
      </pc:sldChg>
      <pc:sldChg chg="ord">
        <pc:chgData name="redah Gamieldien" userId="99d7dd5db3b62964" providerId="LiveId" clId="{D28C4B6C-3F94-4BDC-A218-9EFE0579EC5B}" dt="2026-05-20T06:39:20.733" v="58"/>
        <pc:sldMkLst>
          <pc:docMk/>
          <pc:sldMk cId="2898305501" sldId="265"/>
        </pc:sldMkLst>
      </pc:sldChg>
      <pc:sldChg chg="addSp delSp modSp mod ord setBg">
        <pc:chgData name="redah Gamieldien" userId="99d7dd5db3b62964" providerId="LiveId" clId="{D28C4B6C-3F94-4BDC-A218-9EFE0579EC5B}" dt="2026-05-20T06:37:17.846" v="54"/>
        <pc:sldMkLst>
          <pc:docMk/>
          <pc:sldMk cId="14846491" sldId="266"/>
        </pc:sldMkLst>
        <pc:spChg chg="mod">
          <ac:chgData name="redah Gamieldien" userId="99d7dd5db3b62964" providerId="LiveId" clId="{D28C4B6C-3F94-4BDC-A218-9EFE0579EC5B}" dt="2026-05-20T06:18:40.699" v="52" actId="26606"/>
          <ac:spMkLst>
            <pc:docMk/>
            <pc:sldMk cId="14846491" sldId="266"/>
            <ac:spMk id="2" creationId="{5202B428-4D10-E924-226B-C96C6CBF17B9}"/>
          </ac:spMkLst>
        </pc:spChg>
        <pc:spChg chg="del">
          <ac:chgData name="redah Gamieldien" userId="99d7dd5db3b62964" providerId="LiveId" clId="{D28C4B6C-3F94-4BDC-A218-9EFE0579EC5B}" dt="2026-05-20T06:11:58.934" v="34"/>
          <ac:spMkLst>
            <pc:docMk/>
            <pc:sldMk cId="14846491" sldId="266"/>
            <ac:spMk id="3" creationId="{35DF2F57-C607-EC1B-4A33-3C00FEFEE0A1}"/>
          </ac:spMkLst>
        </pc:spChg>
        <pc:spChg chg="add del mod">
          <ac:chgData name="redah Gamieldien" userId="99d7dd5db3b62964" providerId="LiveId" clId="{D28C4B6C-3F94-4BDC-A218-9EFE0579EC5B}" dt="2026-05-20T06:18:34.860" v="51"/>
          <ac:spMkLst>
            <pc:docMk/>
            <pc:sldMk cId="14846491" sldId="266"/>
            <ac:spMk id="6" creationId="{ED7CC6AC-5E5F-AE6F-E3E0-9BDB00CB2B79}"/>
          </ac:spMkLst>
        </pc:spChg>
        <pc:spChg chg="add">
          <ac:chgData name="redah Gamieldien" userId="99d7dd5db3b62964" providerId="LiveId" clId="{D28C4B6C-3F94-4BDC-A218-9EFE0579EC5B}" dt="2026-05-20T06:18:40.699" v="52" actId="26606"/>
          <ac:spMkLst>
            <pc:docMk/>
            <pc:sldMk cId="14846491" sldId="266"/>
            <ac:spMk id="12" creationId="{B937640E-EF7A-4A6C-A950-D12B7D5C923E}"/>
          </ac:spMkLst>
        </pc:spChg>
        <pc:spChg chg="add">
          <ac:chgData name="redah Gamieldien" userId="99d7dd5db3b62964" providerId="LiveId" clId="{D28C4B6C-3F94-4BDC-A218-9EFE0579EC5B}" dt="2026-05-20T06:18:40.699" v="52" actId="26606"/>
          <ac:spMkLst>
            <pc:docMk/>
            <pc:sldMk cId="14846491" sldId="266"/>
            <ac:spMk id="14" creationId="{E358F429-1073-433F-9717-82F8E7302F11}"/>
          </ac:spMkLst>
        </pc:spChg>
        <pc:spChg chg="add">
          <ac:chgData name="redah Gamieldien" userId="99d7dd5db3b62964" providerId="LiveId" clId="{D28C4B6C-3F94-4BDC-A218-9EFE0579EC5B}" dt="2026-05-20T06:18:40.699" v="52" actId="26606"/>
          <ac:spMkLst>
            <pc:docMk/>
            <pc:sldMk cId="14846491" sldId="266"/>
            <ac:spMk id="16" creationId="{FBEA1BDE-165E-4C2F-9EC8-175132C00960}"/>
          </ac:spMkLst>
        </pc:spChg>
        <pc:graphicFrameChg chg="add del mod modGraphic">
          <ac:chgData name="redah Gamieldien" userId="99d7dd5db3b62964" providerId="LiveId" clId="{D28C4B6C-3F94-4BDC-A218-9EFE0579EC5B}" dt="2026-05-20T06:18:32.899" v="50" actId="478"/>
          <ac:graphicFrameMkLst>
            <pc:docMk/>
            <pc:sldMk cId="14846491" sldId="266"/>
            <ac:graphicFrameMk id="4" creationId="{81074553-E201-CBC8-E9A0-541071E88737}"/>
          </ac:graphicFrameMkLst>
        </pc:graphicFrameChg>
        <pc:graphicFrameChg chg="add mod modGraphic">
          <ac:chgData name="redah Gamieldien" userId="99d7dd5db3b62964" providerId="LiveId" clId="{D28C4B6C-3F94-4BDC-A218-9EFE0579EC5B}" dt="2026-05-20T06:18:40.699" v="52" actId="26606"/>
          <ac:graphicFrameMkLst>
            <pc:docMk/>
            <pc:sldMk cId="14846491" sldId="266"/>
            <ac:graphicFrameMk id="7" creationId="{B7C0642D-5920-BB32-D552-412EA818B115}"/>
          </ac:graphicFrameMkLst>
        </pc:graphicFrameChg>
      </pc:sldChg>
      <pc:sldChg chg="ord">
        <pc:chgData name="redah Gamieldien" userId="99d7dd5db3b62964" providerId="LiveId" clId="{D28C4B6C-3F94-4BDC-A218-9EFE0579EC5B}" dt="2026-05-20T06:39:13.945" v="56"/>
        <pc:sldMkLst>
          <pc:docMk/>
          <pc:sldMk cId="2636830273" sldId="267"/>
        </pc:sldMkLst>
      </pc:sldChg>
      <pc:sldChg chg="addSp delSp modSp mod">
        <pc:chgData name="redah Gamieldien" userId="99d7dd5db3b62964" providerId="LiveId" clId="{D28C4B6C-3F94-4BDC-A218-9EFE0579EC5B}" dt="2026-05-20T08:32:22.605" v="365" actId="14100"/>
        <pc:sldMkLst>
          <pc:docMk/>
          <pc:sldMk cId="3238640277" sldId="272"/>
        </pc:sldMkLst>
        <pc:spChg chg="mod">
          <ac:chgData name="redah Gamieldien" userId="99d7dd5db3b62964" providerId="LiveId" clId="{D28C4B6C-3F94-4BDC-A218-9EFE0579EC5B}" dt="2026-05-19T23:06:56.585" v="1" actId="242"/>
          <ac:spMkLst>
            <pc:docMk/>
            <pc:sldMk cId="3238640277" sldId="272"/>
            <ac:spMk id="2" creationId="{4660B79C-035F-DF99-F6E9-AED4CFEF136B}"/>
          </ac:spMkLst>
        </pc:spChg>
        <pc:spChg chg="del">
          <ac:chgData name="redah Gamieldien" userId="99d7dd5db3b62964" providerId="LiveId" clId="{D28C4B6C-3F94-4BDC-A218-9EFE0579EC5B}" dt="2026-05-20T08:32:17.559" v="363" actId="931"/>
          <ac:spMkLst>
            <pc:docMk/>
            <pc:sldMk cId="3238640277" sldId="272"/>
            <ac:spMk id="6" creationId="{EBE49C23-A74F-5482-8EAC-30CD09963477}"/>
          </ac:spMkLst>
        </pc:spChg>
        <pc:picChg chg="add mod ord">
          <ac:chgData name="redah Gamieldien" userId="99d7dd5db3b62964" providerId="LiveId" clId="{D28C4B6C-3F94-4BDC-A218-9EFE0579EC5B}" dt="2026-05-20T08:32:22.605" v="365" actId="14100"/>
          <ac:picMkLst>
            <pc:docMk/>
            <pc:sldMk cId="3238640277" sldId="272"/>
            <ac:picMk id="8" creationId="{C0E1D176-EE26-59BA-72BC-BE1DA9DD8180}"/>
          </ac:picMkLst>
        </pc:picChg>
      </pc:sldChg>
      <pc:sldChg chg="addSp delSp modSp mod">
        <pc:chgData name="redah Gamieldien" userId="99d7dd5db3b62964" providerId="LiveId" clId="{D28C4B6C-3F94-4BDC-A218-9EFE0579EC5B}" dt="2026-05-20T08:34:43.284" v="368" actId="14100"/>
        <pc:sldMkLst>
          <pc:docMk/>
          <pc:sldMk cId="2927879473" sldId="273"/>
        </pc:sldMkLst>
        <pc:spChg chg="mod">
          <ac:chgData name="redah Gamieldien" userId="99d7dd5db3b62964" providerId="LiveId" clId="{D28C4B6C-3F94-4BDC-A218-9EFE0579EC5B}" dt="2026-05-19T23:07:00.418" v="3" actId="242"/>
          <ac:spMkLst>
            <pc:docMk/>
            <pc:sldMk cId="2927879473" sldId="273"/>
            <ac:spMk id="2" creationId="{3BC26EA5-1655-B846-3CCE-7020F727016E}"/>
          </ac:spMkLst>
        </pc:spChg>
        <pc:spChg chg="del">
          <ac:chgData name="redah Gamieldien" userId="99d7dd5db3b62964" providerId="LiveId" clId="{D28C4B6C-3F94-4BDC-A218-9EFE0579EC5B}" dt="2026-05-20T08:34:38.045" v="366" actId="931"/>
          <ac:spMkLst>
            <pc:docMk/>
            <pc:sldMk cId="2927879473" sldId="273"/>
            <ac:spMk id="4" creationId="{46D67B97-DE57-C5EF-396A-CEC38D75A9EB}"/>
          </ac:spMkLst>
        </pc:spChg>
        <pc:spChg chg="del">
          <ac:chgData name="redah Gamieldien" userId="99d7dd5db3b62964" providerId="LiveId" clId="{D28C4B6C-3F94-4BDC-A218-9EFE0579EC5B}" dt="2026-05-20T06:08:54.502" v="10" actId="931"/>
          <ac:spMkLst>
            <pc:docMk/>
            <pc:sldMk cId="2927879473" sldId="273"/>
            <ac:spMk id="6" creationId="{012ED239-256F-42AA-D052-5EB9CBE2DD42}"/>
          </ac:spMkLst>
        </pc:spChg>
        <pc:picChg chg="add mod ord">
          <ac:chgData name="redah Gamieldien" userId="99d7dd5db3b62964" providerId="LiveId" clId="{D28C4B6C-3F94-4BDC-A218-9EFE0579EC5B}" dt="2026-05-20T06:09:36.696" v="16" actId="14100"/>
          <ac:picMkLst>
            <pc:docMk/>
            <pc:sldMk cId="2927879473" sldId="273"/>
            <ac:picMk id="8" creationId="{B0523BFC-0302-B10D-C843-DAC514F43F5B}"/>
          </ac:picMkLst>
        </pc:picChg>
        <pc:picChg chg="add mod ord">
          <ac:chgData name="redah Gamieldien" userId="99d7dd5db3b62964" providerId="LiveId" clId="{D28C4B6C-3F94-4BDC-A218-9EFE0579EC5B}" dt="2026-05-20T08:34:43.284" v="368" actId="14100"/>
          <ac:picMkLst>
            <pc:docMk/>
            <pc:sldMk cId="2927879473" sldId="273"/>
            <ac:picMk id="10" creationId="{5ABD6E77-1AEF-79E3-CBAF-F07CF3382709}"/>
          </ac:picMkLst>
        </pc:picChg>
      </pc:sldChg>
      <pc:sldChg chg="addSp delSp modSp mod">
        <pc:chgData name="redah Gamieldien" userId="99d7dd5db3b62964" providerId="LiveId" clId="{D28C4B6C-3F94-4BDC-A218-9EFE0579EC5B}" dt="2026-05-20T06:10:29.925" v="33" actId="14100"/>
        <pc:sldMkLst>
          <pc:docMk/>
          <pc:sldMk cId="3258775632" sldId="274"/>
        </pc:sldMkLst>
        <pc:spChg chg="add del">
          <ac:chgData name="redah Gamieldien" userId="99d7dd5db3b62964" providerId="LiveId" clId="{D28C4B6C-3F94-4BDC-A218-9EFE0579EC5B}" dt="2026-05-20T06:09:55.032" v="19" actId="931"/>
          <ac:spMkLst>
            <pc:docMk/>
            <pc:sldMk cId="3258775632" sldId="274"/>
            <ac:spMk id="3" creationId="{198F4B40-B6F1-32EA-4B75-574BA1BE672E}"/>
          </ac:spMkLst>
        </pc:spChg>
        <pc:picChg chg="add del mod ord">
          <ac:chgData name="redah Gamieldien" userId="99d7dd5db3b62964" providerId="LiveId" clId="{D28C4B6C-3F94-4BDC-A218-9EFE0579EC5B}" dt="2026-05-20T06:09:49.269" v="18" actId="931"/>
          <ac:picMkLst>
            <pc:docMk/>
            <pc:sldMk cId="3258775632" sldId="274"/>
            <ac:picMk id="5" creationId="{9815E731-AD72-7A37-8C6A-6AF3A0D0C037}"/>
          </ac:picMkLst>
        </pc:picChg>
        <pc:picChg chg="add del mod">
          <ac:chgData name="redah Gamieldien" userId="99d7dd5db3b62964" providerId="LiveId" clId="{D28C4B6C-3F94-4BDC-A218-9EFE0579EC5B}" dt="2026-05-20T06:09:49.269" v="18" actId="931"/>
          <ac:picMkLst>
            <pc:docMk/>
            <pc:sldMk cId="3258775632" sldId="274"/>
            <ac:picMk id="7" creationId="{088E044D-7F11-3686-F1B0-8E3DEA3B0D0D}"/>
          </ac:picMkLst>
        </pc:picChg>
        <pc:picChg chg="add mod ord">
          <ac:chgData name="redah Gamieldien" userId="99d7dd5db3b62964" providerId="LiveId" clId="{D28C4B6C-3F94-4BDC-A218-9EFE0579EC5B}" dt="2026-05-20T06:10:29.925" v="33" actId="14100"/>
          <ac:picMkLst>
            <pc:docMk/>
            <pc:sldMk cId="3258775632" sldId="274"/>
            <ac:picMk id="9" creationId="{18E05C04-5334-A713-ABDE-78F450D57A63}"/>
          </ac:picMkLst>
        </pc:picChg>
        <pc:picChg chg="add mod">
          <ac:chgData name="redah Gamieldien" userId="99d7dd5db3b62964" providerId="LiveId" clId="{D28C4B6C-3F94-4BDC-A218-9EFE0579EC5B}" dt="2026-05-20T06:10:26.281" v="31" actId="14100"/>
          <ac:picMkLst>
            <pc:docMk/>
            <pc:sldMk cId="3258775632" sldId="274"/>
            <ac:picMk id="11" creationId="{1A28D4E1-122F-DC2F-EF4E-24C6E22B0613}"/>
          </ac:picMkLst>
        </pc:picChg>
      </pc:sldChg>
      <pc:sldChg chg="addSp delSp modSp mod modClrScheme chgLayout">
        <pc:chgData name="redah Gamieldien" userId="99d7dd5db3b62964" providerId="LiveId" clId="{D28C4B6C-3F94-4BDC-A218-9EFE0579EC5B}" dt="2026-05-20T08:30:10.727" v="362" actId="14100"/>
        <pc:sldMkLst>
          <pc:docMk/>
          <pc:sldMk cId="3986434217" sldId="275"/>
        </pc:sldMkLst>
        <pc:spChg chg="mod ord">
          <ac:chgData name="redah Gamieldien" userId="99d7dd5db3b62964" providerId="LiveId" clId="{D28C4B6C-3F94-4BDC-A218-9EFE0579EC5B}" dt="2026-05-20T08:25:21.326" v="234" actId="700"/>
          <ac:spMkLst>
            <pc:docMk/>
            <pc:sldMk cId="3986434217" sldId="275"/>
            <ac:spMk id="2" creationId="{9D75DBC3-32D5-622C-3C86-87EB268EF4C8}"/>
          </ac:spMkLst>
        </pc:spChg>
        <pc:spChg chg="mod ord">
          <ac:chgData name="redah Gamieldien" userId="99d7dd5db3b62964" providerId="LiveId" clId="{D28C4B6C-3F94-4BDC-A218-9EFE0579EC5B}" dt="2026-05-20T08:30:10.727" v="362" actId="14100"/>
          <ac:spMkLst>
            <pc:docMk/>
            <pc:sldMk cId="3986434217" sldId="275"/>
            <ac:spMk id="3" creationId="{A549111E-DA5A-6576-1E41-62F9F87FECD2}"/>
          </ac:spMkLst>
        </pc:spChg>
        <pc:spChg chg="add mod ord">
          <ac:chgData name="redah Gamieldien" userId="99d7dd5db3b62964" providerId="LiveId" clId="{D28C4B6C-3F94-4BDC-A218-9EFE0579EC5B}" dt="2026-05-20T08:29:42.453" v="345" actId="255"/>
          <ac:spMkLst>
            <pc:docMk/>
            <pc:sldMk cId="3986434217" sldId="275"/>
            <ac:spMk id="4" creationId="{2D718B70-FAEC-A552-2B07-F9386D1FCBAB}"/>
          </ac:spMkLst>
        </pc:spChg>
        <pc:spChg chg="add mod ord">
          <ac:chgData name="redah Gamieldien" userId="99d7dd5db3b62964" providerId="LiveId" clId="{D28C4B6C-3F94-4BDC-A218-9EFE0579EC5B}" dt="2026-05-20T08:29:38.447" v="343" actId="27636"/>
          <ac:spMkLst>
            <pc:docMk/>
            <pc:sldMk cId="3986434217" sldId="275"/>
            <ac:spMk id="5" creationId="{1DC992FB-0177-A173-D6C3-169C22362580}"/>
          </ac:spMkLst>
        </pc:spChg>
        <pc:spChg chg="add del mod ord">
          <ac:chgData name="redah Gamieldien" userId="99d7dd5db3b62964" providerId="LiveId" clId="{D28C4B6C-3F94-4BDC-A218-9EFE0579EC5B}" dt="2026-05-20T08:29:16.233" v="337"/>
          <ac:spMkLst>
            <pc:docMk/>
            <pc:sldMk cId="3986434217" sldId="275"/>
            <ac:spMk id="6" creationId="{D14220C2-0198-6856-2F82-512284860D31}"/>
          </ac:spMkLst>
        </pc:spChg>
        <pc:graphicFrameChg chg="add mod modGraphic">
          <ac:chgData name="redah Gamieldien" userId="99d7dd5db3b62964" providerId="LiveId" clId="{D28C4B6C-3F94-4BDC-A218-9EFE0579EC5B}" dt="2026-05-20T08:28:28.223" v="332" actId="14100"/>
          <ac:graphicFrameMkLst>
            <pc:docMk/>
            <pc:sldMk cId="3986434217" sldId="275"/>
            <ac:graphicFrameMk id="7" creationId="{A02FC623-C0BC-8699-63B2-0C4E51127795}"/>
          </ac:graphicFrameMkLst>
        </pc:graphicFrameChg>
        <pc:graphicFrameChg chg="add mod">
          <ac:chgData name="redah Gamieldien" userId="99d7dd5db3b62964" providerId="LiveId" clId="{D28C4B6C-3F94-4BDC-A218-9EFE0579EC5B}" dt="2026-05-20T08:28:32.675" v="333"/>
          <ac:graphicFrameMkLst>
            <pc:docMk/>
            <pc:sldMk cId="3986434217" sldId="275"/>
            <ac:graphicFrameMk id="8" creationId="{22725553-510E-857C-6D31-5AE05ABFFEE5}"/>
          </ac:graphicFrameMkLst>
        </pc:graphicFrameChg>
        <pc:graphicFrameChg chg="add mod">
          <ac:chgData name="redah Gamieldien" userId="99d7dd5db3b62964" providerId="LiveId" clId="{D28C4B6C-3F94-4BDC-A218-9EFE0579EC5B}" dt="2026-05-20T08:29:12.009" v="336"/>
          <ac:graphicFrameMkLst>
            <pc:docMk/>
            <pc:sldMk cId="3986434217" sldId="275"/>
            <ac:graphicFrameMk id="9" creationId="{1FFC70FA-4480-1FCD-EEBF-72E3631E39D7}"/>
          </ac:graphicFrameMkLst>
        </pc:graphicFrameChg>
        <pc:graphicFrameChg chg="add mod modGraphic">
          <ac:chgData name="redah Gamieldien" userId="99d7dd5db3b62964" providerId="LiveId" clId="{D28C4B6C-3F94-4BDC-A218-9EFE0579EC5B}" dt="2026-05-20T08:29:54.105" v="351" actId="403"/>
          <ac:graphicFrameMkLst>
            <pc:docMk/>
            <pc:sldMk cId="3986434217" sldId="275"/>
            <ac:graphicFrameMk id="10" creationId="{BB777F93-0DBD-6BF3-0204-BD193D9639BB}"/>
          </ac:graphicFrameMkLst>
        </pc:graphicFrameChg>
      </pc:sldChg>
      <pc:sldChg chg="modSp new mod">
        <pc:chgData name="redah Gamieldien" userId="99d7dd5db3b62964" providerId="LiveId" clId="{D28C4B6C-3F94-4BDC-A218-9EFE0579EC5B}" dt="2026-05-19T23:07:53.444" v="9" actId="5793"/>
        <pc:sldMkLst>
          <pc:docMk/>
          <pc:sldMk cId="3088157830" sldId="278"/>
        </pc:sldMkLst>
        <pc:spChg chg="mod">
          <ac:chgData name="redah Gamieldien" userId="99d7dd5db3b62964" providerId="LiveId" clId="{D28C4B6C-3F94-4BDC-A218-9EFE0579EC5B}" dt="2026-05-19T23:07:38.005" v="6" actId="27636"/>
          <ac:spMkLst>
            <pc:docMk/>
            <pc:sldMk cId="3088157830" sldId="278"/>
            <ac:spMk id="2" creationId="{5B2833FF-FD8E-C736-E15F-75059A37FB5C}"/>
          </ac:spMkLst>
        </pc:spChg>
        <pc:spChg chg="mod">
          <ac:chgData name="redah Gamieldien" userId="99d7dd5db3b62964" providerId="LiveId" clId="{D28C4B6C-3F94-4BDC-A218-9EFE0579EC5B}" dt="2026-05-19T23:07:53.444" v="9" actId="5793"/>
          <ac:spMkLst>
            <pc:docMk/>
            <pc:sldMk cId="3088157830" sldId="278"/>
            <ac:spMk id="3" creationId="{E39A0830-0ED2-9EE0-A8D6-81240ABA0F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3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1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3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6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1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9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8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2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elbalboa/rfid" TargetMode="External"/><Relationship Id="rId2" Type="http://schemas.openxmlformats.org/officeDocument/2006/relationships/hyperlink" Target="https://docs.espressif.com/projects/esp-idf/en/latest/esp32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okwi.com/" TargetMode="External"/><Relationship Id="rId4" Type="http://schemas.openxmlformats.org/officeDocument/2006/relationships/hyperlink" Target="https://www.arduino.cc/en/softw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DC5C2-CCA7-49E4-B67F-6F121D48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31B63-03C2-E798-E2EC-91B7EDDF9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59" b="891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23" name="Freeform: Shape 12">
            <a:extLst>
              <a:ext uri="{FF2B5EF4-FFF2-40B4-BE49-F238E27FC236}">
                <a16:creationId xmlns:a16="http://schemas.microsoft.com/office/drawing/2014/main" id="{27966D5E-7857-415C-B50C-0DD96BCB7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9" cy="6858000"/>
          </a:xfrm>
          <a:custGeom>
            <a:avLst/>
            <a:gdLst>
              <a:gd name="connsiteX0" fmla="*/ 7169276 w 10615629"/>
              <a:gd name="connsiteY0" fmla="*/ 5704266 h 6858000"/>
              <a:gd name="connsiteX1" fmla="*/ 7514897 w 10615629"/>
              <a:gd name="connsiteY1" fmla="*/ 6049887 h 6858000"/>
              <a:gd name="connsiteX2" fmla="*/ 7169276 w 10615629"/>
              <a:gd name="connsiteY2" fmla="*/ 6395508 h 6858000"/>
              <a:gd name="connsiteX3" fmla="*/ 6823655 w 10615629"/>
              <a:gd name="connsiteY3" fmla="*/ 6049887 h 6858000"/>
              <a:gd name="connsiteX4" fmla="*/ 7169276 w 10615629"/>
              <a:gd name="connsiteY4" fmla="*/ 5704266 h 6858000"/>
              <a:gd name="connsiteX5" fmla="*/ 10010446 w 10615629"/>
              <a:gd name="connsiteY5" fmla="*/ 2324705 h 6858000"/>
              <a:gd name="connsiteX6" fmla="*/ 10456760 w 10615629"/>
              <a:gd name="connsiteY6" fmla="*/ 2771019 h 6858000"/>
              <a:gd name="connsiteX7" fmla="*/ 10010446 w 10615629"/>
              <a:gd name="connsiteY7" fmla="*/ 3217333 h 6858000"/>
              <a:gd name="connsiteX8" fmla="*/ 9564132 w 10615629"/>
              <a:gd name="connsiteY8" fmla="*/ 2771019 h 6858000"/>
              <a:gd name="connsiteX9" fmla="*/ 10010446 w 10615629"/>
              <a:gd name="connsiteY9" fmla="*/ 2324705 h 6858000"/>
              <a:gd name="connsiteX10" fmla="*/ 10354145 w 10615629"/>
              <a:gd name="connsiteY10" fmla="*/ 1665213 h 6858000"/>
              <a:gd name="connsiteX11" fmla="*/ 10615629 w 10615629"/>
              <a:gd name="connsiteY11" fmla="*/ 1926697 h 6858000"/>
              <a:gd name="connsiteX12" fmla="*/ 10354145 w 10615629"/>
              <a:gd name="connsiteY12" fmla="*/ 2188181 h 6858000"/>
              <a:gd name="connsiteX13" fmla="*/ 10092661 w 10615629"/>
              <a:gd name="connsiteY13" fmla="*/ 1926697 h 6858000"/>
              <a:gd name="connsiteX14" fmla="*/ 10354145 w 10615629"/>
              <a:gd name="connsiteY14" fmla="*/ 1665213 h 6858000"/>
              <a:gd name="connsiteX15" fmla="*/ 1458901 w 10615629"/>
              <a:gd name="connsiteY15" fmla="*/ 659644 h 6858000"/>
              <a:gd name="connsiteX16" fmla="*/ 1905215 w 10615629"/>
              <a:gd name="connsiteY16" fmla="*/ 1105958 h 6858000"/>
              <a:gd name="connsiteX17" fmla="*/ 1458901 w 10615629"/>
              <a:gd name="connsiteY17" fmla="*/ 1552272 h 6858000"/>
              <a:gd name="connsiteX18" fmla="*/ 1012587 w 10615629"/>
              <a:gd name="connsiteY18" fmla="*/ 1105958 h 6858000"/>
              <a:gd name="connsiteX19" fmla="*/ 1458901 w 10615629"/>
              <a:gd name="connsiteY19" fmla="*/ 659644 h 6858000"/>
              <a:gd name="connsiteX20" fmla="*/ 6674038 w 10615629"/>
              <a:gd name="connsiteY20" fmla="*/ 0 h 6858000"/>
              <a:gd name="connsiteX21" fmla="*/ 10121228 w 10615629"/>
              <a:gd name="connsiteY21" fmla="*/ 0 h 6858000"/>
              <a:gd name="connsiteX22" fmla="*/ 10122250 w 10615629"/>
              <a:gd name="connsiteY22" fmla="*/ 1542 h 6858000"/>
              <a:gd name="connsiteX23" fmla="*/ 9914575 w 10615629"/>
              <a:gd name="connsiteY23" fmla="*/ 1714821 h 6858000"/>
              <a:gd name="connsiteX24" fmla="*/ 9361609 w 10615629"/>
              <a:gd name="connsiteY24" fmla="*/ 2396453 h 6858000"/>
              <a:gd name="connsiteX25" fmla="*/ 9334635 w 10615629"/>
              <a:gd name="connsiteY25" fmla="*/ 3107486 h 6858000"/>
              <a:gd name="connsiteX26" fmla="*/ 9815042 w 10615629"/>
              <a:gd name="connsiteY26" fmla="*/ 3891891 h 6858000"/>
              <a:gd name="connsiteX27" fmla="*/ 9376176 w 10615629"/>
              <a:gd name="connsiteY27" fmla="*/ 5202286 h 6858000"/>
              <a:gd name="connsiteX28" fmla="*/ 7869813 w 10615629"/>
              <a:gd name="connsiteY28" fmla="*/ 5436960 h 6858000"/>
              <a:gd name="connsiteX29" fmla="*/ 6545392 w 10615629"/>
              <a:gd name="connsiteY29" fmla="*/ 5630362 h 6858000"/>
              <a:gd name="connsiteX30" fmla="*/ 5772723 w 10615629"/>
              <a:gd name="connsiteY30" fmla="*/ 6502431 h 6858000"/>
              <a:gd name="connsiteX31" fmla="*/ 5542129 w 10615629"/>
              <a:gd name="connsiteY31" fmla="*/ 6791052 h 6858000"/>
              <a:gd name="connsiteX32" fmla="*/ 5487454 w 10615629"/>
              <a:gd name="connsiteY32" fmla="*/ 6858000 h 6858000"/>
              <a:gd name="connsiteX33" fmla="*/ 3860772 w 10615629"/>
              <a:gd name="connsiteY33" fmla="*/ 6858000 h 6858000"/>
              <a:gd name="connsiteX34" fmla="*/ 3806309 w 10615629"/>
              <a:gd name="connsiteY34" fmla="*/ 6753976 h 6858000"/>
              <a:gd name="connsiteX35" fmla="*/ 3692626 w 10615629"/>
              <a:gd name="connsiteY35" fmla="*/ 6315366 h 6858000"/>
              <a:gd name="connsiteX36" fmla="*/ 2561203 w 10615629"/>
              <a:gd name="connsiteY36" fmla="*/ 5694965 h 6858000"/>
              <a:gd name="connsiteX37" fmla="*/ 69617 w 10615629"/>
              <a:gd name="connsiteY37" fmla="*/ 4316865 h 6858000"/>
              <a:gd name="connsiteX38" fmla="*/ 1643 w 10615629"/>
              <a:gd name="connsiteY38" fmla="*/ 3718987 h 6858000"/>
              <a:gd name="connsiteX39" fmla="*/ 368893 w 10615629"/>
              <a:gd name="connsiteY39" fmla="*/ 2555465 h 6858000"/>
              <a:gd name="connsiteX40" fmla="*/ 1113509 w 10615629"/>
              <a:gd name="connsiteY40" fmla="*/ 2231777 h 6858000"/>
              <a:gd name="connsiteX41" fmla="*/ 2037233 w 10615629"/>
              <a:gd name="connsiteY41" fmla="*/ 2044714 h 6858000"/>
              <a:gd name="connsiteX42" fmla="*/ 2547311 w 10615629"/>
              <a:gd name="connsiteY42" fmla="*/ 1444273 h 6858000"/>
              <a:gd name="connsiteX43" fmla="*/ 3900864 w 10615629"/>
              <a:gd name="connsiteY43" fmla="*/ 617925 h 6858000"/>
              <a:gd name="connsiteX44" fmla="*/ 4571572 w 10615629"/>
              <a:gd name="connsiteY44" fmla="*/ 899937 h 6858000"/>
              <a:gd name="connsiteX45" fmla="*/ 6039226 w 10615629"/>
              <a:gd name="connsiteY45" fmla="*/ 670658 h 6858000"/>
              <a:gd name="connsiteX46" fmla="*/ 6656610 w 10615629"/>
              <a:gd name="connsiteY46" fmla="*/ 161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9" h="6858000">
                <a:moveTo>
                  <a:pt x="7169276" y="5704266"/>
                </a:moveTo>
                <a:cubicBezTo>
                  <a:pt x="7360157" y="5704266"/>
                  <a:pt x="7514897" y="5859006"/>
                  <a:pt x="7514897" y="6049887"/>
                </a:cubicBezTo>
                <a:cubicBezTo>
                  <a:pt x="7514897" y="6240768"/>
                  <a:pt x="7360157" y="6395508"/>
                  <a:pt x="7169276" y="6395508"/>
                </a:cubicBezTo>
                <a:cubicBezTo>
                  <a:pt x="6978395" y="6395508"/>
                  <a:pt x="6823655" y="6240768"/>
                  <a:pt x="6823655" y="6049887"/>
                </a:cubicBezTo>
                <a:cubicBezTo>
                  <a:pt x="6823655" y="5859006"/>
                  <a:pt x="6978395" y="5704266"/>
                  <a:pt x="7169276" y="5704266"/>
                </a:cubicBezTo>
                <a:close/>
                <a:moveTo>
                  <a:pt x="10010446" y="2324705"/>
                </a:moveTo>
                <a:cubicBezTo>
                  <a:pt x="10256938" y="2324705"/>
                  <a:pt x="10456760" y="2524528"/>
                  <a:pt x="10456760" y="2771019"/>
                </a:cubicBezTo>
                <a:cubicBezTo>
                  <a:pt x="10456760" y="3017511"/>
                  <a:pt x="10256938" y="3217333"/>
                  <a:pt x="10010446" y="3217333"/>
                </a:cubicBezTo>
                <a:cubicBezTo>
                  <a:pt x="9763954" y="3217333"/>
                  <a:pt x="9564132" y="3017511"/>
                  <a:pt x="9564132" y="2771019"/>
                </a:cubicBezTo>
                <a:cubicBezTo>
                  <a:pt x="9564132" y="2524528"/>
                  <a:pt x="9763954" y="2324705"/>
                  <a:pt x="10010446" y="2324705"/>
                </a:cubicBezTo>
                <a:close/>
                <a:moveTo>
                  <a:pt x="10354145" y="1665213"/>
                </a:moveTo>
                <a:cubicBezTo>
                  <a:pt x="10498559" y="1665213"/>
                  <a:pt x="10615629" y="1782283"/>
                  <a:pt x="10615629" y="1926697"/>
                </a:cubicBezTo>
                <a:cubicBezTo>
                  <a:pt x="10615629" y="2071111"/>
                  <a:pt x="10498559" y="2188181"/>
                  <a:pt x="10354145" y="2188181"/>
                </a:cubicBezTo>
                <a:cubicBezTo>
                  <a:pt x="10209731" y="2188181"/>
                  <a:pt x="10092661" y="2071111"/>
                  <a:pt x="10092661" y="1926697"/>
                </a:cubicBezTo>
                <a:cubicBezTo>
                  <a:pt x="10092661" y="1782283"/>
                  <a:pt x="10209731" y="1665213"/>
                  <a:pt x="10354145" y="1665213"/>
                </a:cubicBezTo>
                <a:close/>
                <a:moveTo>
                  <a:pt x="1458901" y="659644"/>
                </a:moveTo>
                <a:cubicBezTo>
                  <a:pt x="1705393" y="659644"/>
                  <a:pt x="1905215" y="859466"/>
                  <a:pt x="1905215" y="1105958"/>
                </a:cubicBezTo>
                <a:cubicBezTo>
                  <a:pt x="1905215" y="1352450"/>
                  <a:pt x="1705393" y="1552272"/>
                  <a:pt x="1458901" y="1552272"/>
                </a:cubicBezTo>
                <a:cubicBezTo>
                  <a:pt x="1212409" y="1552272"/>
                  <a:pt x="1012587" y="1352450"/>
                  <a:pt x="1012587" y="1105958"/>
                </a:cubicBezTo>
                <a:cubicBezTo>
                  <a:pt x="1012587" y="859466"/>
                  <a:pt x="1212409" y="659644"/>
                  <a:pt x="1458901" y="659644"/>
                </a:cubicBezTo>
                <a:close/>
                <a:moveTo>
                  <a:pt x="6674038" y="0"/>
                </a:moveTo>
                <a:lnTo>
                  <a:pt x="10121228" y="0"/>
                </a:lnTo>
                <a:lnTo>
                  <a:pt x="10122250" y="1542"/>
                </a:lnTo>
                <a:cubicBezTo>
                  <a:pt x="10407914" y="485220"/>
                  <a:pt x="10448238" y="1134713"/>
                  <a:pt x="9914575" y="1714821"/>
                </a:cubicBezTo>
                <a:cubicBezTo>
                  <a:pt x="9716856" y="1929804"/>
                  <a:pt x="9539638" y="2164208"/>
                  <a:pt x="9361609" y="2396453"/>
                </a:cubicBezTo>
                <a:cubicBezTo>
                  <a:pt x="9193292" y="2616157"/>
                  <a:pt x="9188572" y="2869712"/>
                  <a:pt x="9334635" y="3107486"/>
                </a:cubicBezTo>
                <a:cubicBezTo>
                  <a:pt x="9495670" y="3368730"/>
                  <a:pt x="9683004" y="3617025"/>
                  <a:pt x="9815042" y="3891891"/>
                </a:cubicBezTo>
                <a:cubicBezTo>
                  <a:pt x="10050525" y="4382007"/>
                  <a:pt x="9955575" y="4864841"/>
                  <a:pt x="9376176" y="5202286"/>
                </a:cubicBezTo>
                <a:cubicBezTo>
                  <a:pt x="8901029" y="5479039"/>
                  <a:pt x="8396077" y="5489829"/>
                  <a:pt x="7869813" y="5436960"/>
                </a:cubicBezTo>
                <a:cubicBezTo>
                  <a:pt x="7414764" y="5391373"/>
                  <a:pt x="6924917" y="5356038"/>
                  <a:pt x="6545392" y="5630362"/>
                </a:cubicBezTo>
                <a:cubicBezTo>
                  <a:pt x="6238294" y="5852628"/>
                  <a:pt x="6024795" y="6205178"/>
                  <a:pt x="5772723" y="6502431"/>
                </a:cubicBezTo>
                <a:cubicBezTo>
                  <a:pt x="5693285" y="6596233"/>
                  <a:pt x="5618533" y="6694485"/>
                  <a:pt x="5542129" y="6791052"/>
                </a:cubicBezTo>
                <a:lnTo>
                  <a:pt x="5487454" y="6858000"/>
                </a:lnTo>
                <a:lnTo>
                  <a:pt x="3860772" y="6858000"/>
                </a:lnTo>
                <a:lnTo>
                  <a:pt x="3806309" y="6753976"/>
                </a:lnTo>
                <a:cubicBezTo>
                  <a:pt x="3748311" y="6617180"/>
                  <a:pt x="3717510" y="6461835"/>
                  <a:pt x="3692626" y="6315366"/>
                </a:cubicBezTo>
                <a:cubicBezTo>
                  <a:pt x="3594980" y="5743923"/>
                  <a:pt x="2996563" y="5569132"/>
                  <a:pt x="2561203" y="5694965"/>
                </a:cubicBezTo>
                <a:cubicBezTo>
                  <a:pt x="1295584" y="6063834"/>
                  <a:pt x="405173" y="5417942"/>
                  <a:pt x="69617" y="4316865"/>
                </a:cubicBezTo>
                <a:cubicBezTo>
                  <a:pt x="12163" y="4128181"/>
                  <a:pt x="22818" y="3919404"/>
                  <a:pt x="1643" y="3718987"/>
                </a:cubicBezTo>
                <a:cubicBezTo>
                  <a:pt x="-11845" y="3285650"/>
                  <a:pt x="53163" y="2879692"/>
                  <a:pt x="368893" y="2555465"/>
                </a:cubicBezTo>
                <a:cubicBezTo>
                  <a:pt x="570254" y="2348709"/>
                  <a:pt x="826642" y="2266304"/>
                  <a:pt x="1113509" y="2231777"/>
                </a:cubicBezTo>
                <a:cubicBezTo>
                  <a:pt x="1425464" y="2194013"/>
                  <a:pt x="1739171" y="2139122"/>
                  <a:pt x="2037233" y="2044714"/>
                </a:cubicBezTo>
                <a:cubicBezTo>
                  <a:pt x="2313448" y="1957047"/>
                  <a:pt x="2430109" y="1689061"/>
                  <a:pt x="2547311" y="1444273"/>
                </a:cubicBezTo>
                <a:cubicBezTo>
                  <a:pt x="2839304" y="834121"/>
                  <a:pt x="3300290" y="529585"/>
                  <a:pt x="3900864" y="617925"/>
                </a:cubicBezTo>
                <a:cubicBezTo>
                  <a:pt x="4133785" y="652182"/>
                  <a:pt x="4362119" y="778959"/>
                  <a:pt x="4571572" y="899937"/>
                </a:cubicBezTo>
                <a:cubicBezTo>
                  <a:pt x="5133170" y="1224435"/>
                  <a:pt x="5641899" y="1068660"/>
                  <a:pt x="6039226" y="670658"/>
                </a:cubicBezTo>
                <a:cubicBezTo>
                  <a:pt x="6250634" y="458239"/>
                  <a:pt x="6444898" y="227157"/>
                  <a:pt x="6656610" y="1615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9E9F-9CEA-FB73-CCD3-C2612AABC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2387600"/>
          </a:xfrm>
        </p:spPr>
        <p:txBody>
          <a:bodyPr>
            <a:normAutofit/>
          </a:bodyPr>
          <a:lstStyle/>
          <a:p>
            <a:pPr algn="ctr"/>
            <a:r>
              <a:rPr lang="en-ZA"/>
              <a:t>Fantastic Four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40ECF-5EA3-D936-75AD-9CC71BA48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3602038"/>
            <a:ext cx="6458556" cy="1655762"/>
          </a:xfrm>
        </p:spPr>
        <p:txBody>
          <a:bodyPr>
            <a:normAutofit/>
          </a:bodyPr>
          <a:lstStyle/>
          <a:p>
            <a:pPr algn="ctr"/>
            <a:r>
              <a:rPr lang="en-ZA"/>
              <a:t>Smart Attendance System</a:t>
            </a:r>
          </a:p>
        </p:txBody>
      </p:sp>
    </p:spTree>
    <p:extLst>
      <p:ext uri="{BB962C8B-B14F-4D97-AF65-F5344CB8AC3E}">
        <p14:creationId xmlns:p14="http://schemas.microsoft.com/office/powerpoint/2010/main" val="224385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7977-69BC-8464-E113-6B27FEFE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A5F1-BCCF-4D6B-1852-60501D48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Redah Gamieldien-222641681- Testing/Frontend lead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Lyle Solomons-22222222- Software lead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Ethan Williams-221454780- Documentation/Presenter lead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Qaasim Isaacs-222544422- Hardware/Assembler  lead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6171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59BAC-0109-EF46-4A11-15E9F03F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4FDE-BAE0-D0EB-5FD7-29022AEA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Good day lecturer and fellow students.</a:t>
            </a:r>
          </a:p>
          <a:p>
            <a:r>
              <a:rPr lang="en-ZA" dirty="0"/>
              <a:t>We are Group Fantastic Four, and today we will be presenting our IoT project titled </a:t>
            </a:r>
            <a:r>
              <a:rPr lang="en-ZA" b="1" dirty="0"/>
              <a:t>Smart Attendance System</a:t>
            </a:r>
            <a:r>
              <a:rPr lang="en-ZA" dirty="0"/>
              <a:t>.</a:t>
            </a:r>
          </a:p>
          <a:p>
            <a:r>
              <a:rPr lang="en-ZA" dirty="0"/>
              <a:t>The purpose of this project is to improve the way student attendance is recorded in classrooms by using RFID and cloud-based IoT technology.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4822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FC1B-CBB2-6420-F791-93360DE1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ZA" b="1" u="sng" dirty="0"/>
              <a:t>Project Idea &amp; Problem Statement</a:t>
            </a:r>
            <a:br>
              <a:rPr lang="en-ZA" b="1" dirty="0"/>
            </a:br>
            <a:r>
              <a:rPr lang="en-ZA" dirty="0"/>
              <a:t>Problem Statement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AE65-132C-DDA4-ECD8-378ADDC43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Currently, student identification cards are mainly used only to access campus facilities. However, classroom attendance is still recorded manually using attendance sheets.</a:t>
            </a:r>
          </a:p>
          <a:p>
            <a:r>
              <a:rPr lang="en-GB" dirty="0"/>
              <a:t>This creates several problems: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Attendance sheets can be lost or damaged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Students may sign attendance for absent friends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Manual attendance recording is time consuming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Attendance tracking becomes unreliable and prone to human error</a:t>
            </a:r>
          </a:p>
          <a:p>
            <a:r>
              <a:rPr lang="en-ZA" dirty="0"/>
              <a:t>Because of these issues, there is a need for a smarter and more efficient attendance system.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342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7DD2-EA44-FF51-6477-EEE3123F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ZA" b="1" u="sng" dirty="0"/>
              <a:t>Project Idea &amp; Problem Statement</a:t>
            </a:r>
            <a:br>
              <a:rPr lang="en-ZA" b="1" dirty="0"/>
            </a:br>
            <a:r>
              <a:rPr lang="en-ZA" dirty="0"/>
              <a:t>Proposed Solution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EE57-CE08-702B-0FF2-70842548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We developed a </a:t>
            </a:r>
            <a:r>
              <a:rPr lang="en-ZA" b="1" dirty="0"/>
              <a:t>Smart Attendance System</a:t>
            </a:r>
            <a:r>
              <a:rPr lang="en-ZA" dirty="0"/>
              <a:t> using RFID and ESP32 with real-time monitoring.</a:t>
            </a:r>
          </a:p>
          <a:p>
            <a:r>
              <a:rPr lang="en-ZA" dirty="0"/>
              <a:t>System Flow: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RFID card is scanned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LED + buzzer provide feedback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Attendance is recorded automatically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ESP32 reads the UID (Students information)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Data is sent via Wi-Fi</a:t>
            </a:r>
          </a:p>
          <a:p>
            <a:pPr marL="457200" indent="-457200">
              <a:buFont typeface="+mj-lt"/>
              <a:buAutoNum type="arabicPeriod"/>
            </a:pPr>
            <a:r>
              <a:rPr lang="en-ZA" dirty="0"/>
              <a:t>GitHub stores project documentation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308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31BB-5ED4-F78D-8DCD-0F262D89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799068"/>
          </a:xfrm>
        </p:spPr>
        <p:txBody>
          <a:bodyPr anchor="t"/>
          <a:lstStyle/>
          <a:p>
            <a:r>
              <a:rPr lang="en-ZA" dirty="0"/>
              <a:t>SYSTEM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54223-D25E-FEE6-7354-EB5FF833A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6" y="1356853"/>
            <a:ext cx="10638502" cy="5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0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51A7-ADF1-079A-F7C4-2A04E331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ZA" b="1" dirty="0"/>
              <a:t>Objectives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FA85-5EC7-205B-882F-BB89C7C01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objectives of our project are: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To track student attendance automatically and accurately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To help lecturers manage attendance records more efficiently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To reduce human error and fraudulent attendance marking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To demonstrate the use of IoT technology in a real-world educational environment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48518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6CDE2-F8F2-D7FC-B069-7FE0A4E2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3"/>
            <a:ext cx="10972800" cy="1570804"/>
          </a:xfrm>
        </p:spPr>
        <p:txBody>
          <a:bodyPr anchor="t">
            <a:normAutofit/>
          </a:bodyPr>
          <a:lstStyle/>
          <a:p>
            <a:r>
              <a:rPr lang="en-ZA" dirty="0"/>
              <a:t>SYSTEM ARCHITECTURE &amp; DESIGN </a:t>
            </a:r>
            <a:br>
              <a:rPr lang="en-ZA" dirty="0"/>
            </a:br>
            <a:r>
              <a:rPr lang="en-ZA" sz="3600" dirty="0"/>
              <a:t>Circuit design</a:t>
            </a:r>
            <a:r>
              <a:rPr lang="en-ZA" dirty="0"/>
              <a:t>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37B540-912A-0F4C-D4BD-D2FC446B1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397689"/>
            <a:ext cx="5013433" cy="4123691"/>
          </a:xfrm>
        </p:spPr>
        <p:txBody>
          <a:bodyPr>
            <a:normAutofit/>
          </a:bodyPr>
          <a:lstStyle/>
          <a:p>
            <a:r>
              <a:rPr lang="en-ZA" dirty="0"/>
              <a:t>The MFRC522 RFID module communicates with the ESP32 using the SPI communication protocol.</a:t>
            </a:r>
          </a:p>
          <a:p>
            <a:r>
              <a:rPr lang="en-ZA" dirty="0"/>
              <a:t>Additional components: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Green LED connected to GPIO 25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Red LED connected to GPIO 26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ZA" dirty="0"/>
              <a:t>Buzzer connected to GPIO 27 </a:t>
            </a:r>
          </a:p>
          <a:p>
            <a:r>
              <a:rPr lang="en-ZA" dirty="0"/>
              <a:t>The breadboard was used for prototyping the system connections.</a:t>
            </a:r>
          </a:p>
          <a:p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466C6F0-FA61-B0A6-E7C1-3E11E4A0DD82}"/>
              </a:ext>
            </a:extLst>
          </p:cNvPr>
          <p:cNvGraphicFramePr>
            <a:graphicFrameLocks/>
          </p:cNvGraphicFramePr>
          <p:nvPr/>
        </p:nvGraphicFramePr>
        <p:xfrm>
          <a:off x="6229584" y="2780149"/>
          <a:ext cx="5352816" cy="31583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3770">
                  <a:extLst>
                    <a:ext uri="{9D8B030D-6E8A-4147-A177-3AD203B41FA5}">
                      <a16:colId xmlns:a16="http://schemas.microsoft.com/office/drawing/2014/main" val="2997192367"/>
                    </a:ext>
                  </a:extLst>
                </a:gridCol>
                <a:gridCol w="3339046">
                  <a:extLst>
                    <a:ext uri="{9D8B030D-6E8A-4147-A177-3AD203B41FA5}">
                      <a16:colId xmlns:a16="http://schemas.microsoft.com/office/drawing/2014/main" val="4110200189"/>
                    </a:ext>
                  </a:extLst>
                </a:gridCol>
              </a:tblGrid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RC522 Pin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ESP32 Connection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3022952807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SDA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GPIO 5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2858702209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SCK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GPIO 18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1726665889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MOSI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GPIO 23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2947109149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MISO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GPIO 19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189613209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IRQ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Not Connected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3611255943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GND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GND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2527472309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RST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GPIO 22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3182239802"/>
                  </a:ext>
                </a:extLst>
              </a:tr>
              <a:tr h="35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>
                          <a:effectLst/>
                        </a:rPr>
                        <a:t>3.3V</a:t>
                      </a:r>
                      <a:endParaRPr lang="en-ZA" sz="1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700" kern="100" dirty="0">
                          <a:effectLst/>
                        </a:rPr>
                        <a:t>3.3V</a:t>
                      </a:r>
                      <a:endParaRPr lang="en-ZA" sz="1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242" marR="13242" marT="13242" marB="13242" anchor="ctr"/>
                </a:tc>
                <a:extLst>
                  <a:ext uri="{0D108BD9-81ED-4DB2-BD59-A6C34878D82A}">
                    <a16:rowId xmlns:a16="http://schemas.microsoft.com/office/drawing/2014/main" val="584541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9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2EA3-A62B-A67F-2B18-DBD03638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Design Decisions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13DF-F0D8-DE7B-B42C-3B107C92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10972800" cy="4599396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ZA" b="1" dirty="0"/>
              <a:t>ESP32 as main controller</a:t>
            </a:r>
            <a:r>
              <a:rPr lang="en-ZA" dirty="0"/>
              <a:t> was chosen because it supports both RFID processing and built-in Wi-Fi for sending data to the cloud. </a:t>
            </a:r>
          </a:p>
          <a:p>
            <a:pPr lvl="0"/>
            <a:r>
              <a:rPr lang="en-ZA" b="1" dirty="0"/>
              <a:t>RFID (MFRC522) was used</a:t>
            </a:r>
            <a:r>
              <a:rPr lang="en-ZA" dirty="0"/>
              <a:t> for fast, contactless identification using unique card UIDs. </a:t>
            </a:r>
          </a:p>
          <a:p>
            <a:pPr lvl="0"/>
            <a:r>
              <a:rPr lang="en-ZA" b="1" dirty="0"/>
              <a:t>Firebase Realtime Database was selected</a:t>
            </a:r>
            <a:r>
              <a:rPr lang="en-ZA" dirty="0"/>
              <a:t> to store attendance data because it updates instantly and removes the need for a local server. </a:t>
            </a:r>
          </a:p>
          <a:p>
            <a:pPr lvl="0"/>
            <a:r>
              <a:rPr lang="en-ZA" b="1" dirty="0"/>
              <a:t>HTTP POST requests were used</a:t>
            </a:r>
            <a:r>
              <a:rPr lang="en-ZA" dirty="0"/>
              <a:t> to send data from ESP32 to Firebase in JSON format. </a:t>
            </a:r>
          </a:p>
          <a:p>
            <a:pPr lvl="0"/>
            <a:r>
              <a:rPr lang="en-ZA" b="1" dirty="0"/>
              <a:t>Wi-Fi communication was implemented</a:t>
            </a:r>
            <a:r>
              <a:rPr lang="en-ZA" dirty="0"/>
              <a:t> to connect the hardware system to the cloud database. </a:t>
            </a:r>
          </a:p>
          <a:p>
            <a:pPr lvl="0"/>
            <a:r>
              <a:rPr lang="en-ZA" b="1" dirty="0"/>
              <a:t>Room-based tracking (e.g. A101)</a:t>
            </a:r>
            <a:r>
              <a:rPr lang="en-ZA" dirty="0"/>
              <a:t> was included to identify where attendance is recorded. </a:t>
            </a:r>
          </a:p>
          <a:p>
            <a:pPr lvl="0"/>
            <a:r>
              <a:rPr lang="en-ZA" b="1" dirty="0"/>
              <a:t>LEDs and buzzer were added</a:t>
            </a:r>
            <a:r>
              <a:rPr lang="en-ZA" dirty="0"/>
              <a:t> to give immediate visual and audio feedback for success or failure. </a:t>
            </a:r>
          </a:p>
          <a:p>
            <a:pPr lvl="0"/>
            <a:r>
              <a:rPr lang="en-ZA" b="1" dirty="0"/>
              <a:t>UID-based authentication was used</a:t>
            </a:r>
            <a:r>
              <a:rPr lang="en-ZA" dirty="0"/>
              <a:t> to verify users quickly and simply without passwords. </a:t>
            </a:r>
          </a:p>
          <a:p>
            <a:pPr lvl="0"/>
            <a:r>
              <a:rPr lang="en-ZA" b="1" dirty="0"/>
              <a:t>Real-time processing was prioritised</a:t>
            </a:r>
            <a:r>
              <a:rPr lang="en-ZA" dirty="0"/>
              <a:t> so attendance is recorded instantly when a card is scanned. </a:t>
            </a:r>
          </a:p>
          <a:p>
            <a:pPr lvl="0"/>
            <a:r>
              <a:rPr lang="en-ZA" b="1" dirty="0"/>
              <a:t>System was designed to be scalable</a:t>
            </a:r>
            <a:r>
              <a:rPr lang="en-ZA" dirty="0"/>
              <a:t>, allowing more rooms and devices to be added later.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5928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2872-690D-3597-1A61-70A63498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Hardware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E6CD6-D845-19CA-6B80-1B8DDF69A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10972800" cy="4540402"/>
          </a:xfrm>
        </p:spPr>
        <p:txBody>
          <a:bodyPr>
            <a:normAutofit fontScale="70000" lnSpcReduction="20000"/>
          </a:bodyPr>
          <a:lstStyle/>
          <a:p>
            <a:r>
              <a:rPr lang="en-ZA" sz="2600" dirty="0"/>
              <a:t>Our system consists of several hardware components that work together.</a:t>
            </a:r>
          </a:p>
          <a:p>
            <a:r>
              <a:rPr lang="en-ZA" sz="2600" dirty="0"/>
              <a:t>The main component is the ESP32 Development Board, which acts as the central controller of the entire system.</a:t>
            </a:r>
          </a:p>
          <a:p>
            <a:r>
              <a:rPr lang="en-ZA" sz="2600" dirty="0"/>
              <a:t>We also used: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The MFRC522 RFID module to scan student RFID cards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RFID tags/cards for student identification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Green and red LEDs for scan feedback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An active buzzer for audio notifications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Jumper wires and a breadboard for circuit connections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A power supply unit to provide stable power to the system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ZA" sz="2600" dirty="0"/>
              <a:t>And an enclosure casing to protect the hardware setup</a:t>
            </a:r>
          </a:p>
          <a:p>
            <a:r>
              <a:rPr lang="en-ZA" sz="2600" dirty="0"/>
              <a:t>These components work together to create a functional smart attendance system.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830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EF012-A9A3-0899-A784-4FE0CFB2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1" y="448611"/>
            <a:ext cx="10972800" cy="1004712"/>
          </a:xfrm>
        </p:spPr>
        <p:txBody>
          <a:bodyPr>
            <a:normAutofit fontScale="90000"/>
          </a:bodyPr>
          <a:lstStyle/>
          <a:p>
            <a:r>
              <a:rPr lang="en-ZA" b="1" dirty="0"/>
              <a:t>Circuit Diagram / Wiring</a:t>
            </a:r>
            <a:br>
              <a:rPr lang="en-ZA" b="1" dirty="0"/>
            </a:br>
            <a:endParaRPr lang="en-Z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EA9B1B-1518-C8CC-16D9-0F6BECCFE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939142"/>
              </p:ext>
            </p:extLst>
          </p:nvPr>
        </p:nvGraphicFramePr>
        <p:xfrm>
          <a:off x="447554" y="1055139"/>
          <a:ext cx="6450957" cy="5669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0319">
                  <a:extLst>
                    <a:ext uri="{9D8B030D-6E8A-4147-A177-3AD203B41FA5}">
                      <a16:colId xmlns:a16="http://schemas.microsoft.com/office/drawing/2014/main" val="614820790"/>
                    </a:ext>
                  </a:extLst>
                </a:gridCol>
                <a:gridCol w="2150319">
                  <a:extLst>
                    <a:ext uri="{9D8B030D-6E8A-4147-A177-3AD203B41FA5}">
                      <a16:colId xmlns:a16="http://schemas.microsoft.com/office/drawing/2014/main" val="191628443"/>
                    </a:ext>
                  </a:extLst>
                </a:gridCol>
                <a:gridCol w="2150319">
                  <a:extLst>
                    <a:ext uri="{9D8B030D-6E8A-4147-A177-3AD203B41FA5}">
                      <a16:colId xmlns:a16="http://schemas.microsoft.com/office/drawing/2014/main" val="3040880086"/>
                    </a:ext>
                  </a:extLst>
                </a:gridCol>
              </a:tblGrid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Component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ESP32 / Microcontroller Pin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Notes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1323620120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SDA (SS)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5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SPI Slave Select pin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2613034257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SCK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18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SPI Clock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2725831290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MOSI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23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SPI Master Out Slave In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2038575698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MISO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19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SPI Master In Slave Out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2291877827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RST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22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RFID Reset pin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739162090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MFRC522 VCC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3.3V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RFID module powered from ESP32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4243469156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MFRC522 GND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GND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Common ground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2816339790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Green LED (+)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13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Use 220Ω resistor in series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4161724786"/>
                  </a:ext>
                </a:extLst>
              </a:tr>
              <a:tr h="352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Green LED (-)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GND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Ground connection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1759641123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Red LED (+)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GPIO 12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Use 220Ω resistor in series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1770548533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Red LED (-)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GND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Ground connection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69840840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Buzzer (+)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GPIO 14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Active buzzer for scan feedback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193227077"/>
                  </a:ext>
                </a:extLst>
              </a:tr>
              <a:tr h="366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Buzzer (-)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GND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Common ground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1947853464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ESP32 USB Port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USB Power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Used for programming and power supply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5" marR="3255" marT="3255" marB="3255" anchor="ctr"/>
                </a:tc>
                <a:extLst>
                  <a:ext uri="{0D108BD9-81ED-4DB2-BD59-A6C34878D82A}">
                    <a16:rowId xmlns:a16="http://schemas.microsoft.com/office/drawing/2014/main" val="3617605872"/>
                  </a:ext>
                </a:extLst>
              </a:tr>
            </a:tbl>
          </a:graphicData>
        </a:graphic>
      </p:graphicFrame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5FAEC2-5A6C-9660-2AAF-BE1339E38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57" y="208344"/>
            <a:ext cx="5046562" cy="664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3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A62B-F799-68E1-DD6B-C42FB704E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Build Process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90007-E46C-7A8F-AA60-2FE29A1B1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ZA" dirty="0"/>
              <a:t>Step 1: Install Esp32 to breadboard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ACB3E-C33A-238E-544E-3C35F09DE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7490" y="1668897"/>
            <a:ext cx="5414510" cy="823912"/>
          </a:xfrm>
        </p:spPr>
        <p:txBody>
          <a:bodyPr anchor="t">
            <a:normAutofit lnSpcReduction="10000"/>
          </a:bodyPr>
          <a:lstStyle/>
          <a:p>
            <a:r>
              <a:rPr lang="en-ZA" dirty="0"/>
              <a:t>Step 2: Install MFRC522 RFID Scanner to the breadboard</a:t>
            </a:r>
          </a:p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675AFD-0AF1-BF10-FE25-C2A027308B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294931"/>
            <a:ext cx="5387975" cy="244142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B74C76-603B-364E-66B1-16E3605025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245" y="2841625"/>
            <a:ext cx="4450143" cy="334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9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0F13-E86C-C67D-79E1-A50D5C25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Build Process cont.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61CFA-B7FA-B992-0661-819BDD8E8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fontScale="77500" lnSpcReduction="20000"/>
          </a:bodyPr>
          <a:lstStyle/>
          <a:p>
            <a:r>
              <a:rPr lang="en-ZA" dirty="0"/>
              <a:t>Step 3: Connect Esp32 to MFRC522 RFID scanner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5806F-568A-642B-C343-4985CAE4D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 fontScale="77500" lnSpcReduction="20000"/>
          </a:bodyPr>
          <a:lstStyle/>
          <a:p>
            <a:r>
              <a:rPr lang="en-ZA" dirty="0"/>
              <a:t>Step 4: Install the Green LED with the appropriate Ohms resistor to the breadboard</a:t>
            </a:r>
          </a:p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A9985A-2970-83C1-EA98-3AC30E5153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02" y="2842211"/>
            <a:ext cx="4004840" cy="334803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A54F76-C6B3-C268-5C4E-4D6110F9CC7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438" y="3266818"/>
            <a:ext cx="5414962" cy="24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8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24A6-D2BF-2587-A764-A1ED8047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ZA" b="1" dirty="0"/>
              <a:t>Build Process cont.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A6B9C-5AFE-A93C-F6FB-194BA8543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fontScale="77500" lnSpcReduction="20000"/>
          </a:bodyPr>
          <a:lstStyle/>
          <a:p>
            <a:r>
              <a:rPr lang="en-ZA" dirty="0"/>
              <a:t>Step 5: Install the Red LED with the appropriate Ohms resistor to the breadboard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96AD1-6017-0B22-F439-C3737142A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dirty="0"/>
              <a:t>Step 6: Mount the Buzzer into the breadboard</a:t>
            </a:r>
          </a:p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DBA843-6CE3-E769-CC57-5DE6850EC6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300064"/>
            <a:ext cx="5387975" cy="243115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06AB07-0AC5-E4C0-116A-1796FB78B9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438" y="3266818"/>
            <a:ext cx="5414962" cy="24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83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2E1A-13CD-7CD2-05EC-4D48AF7B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ZA" b="1" dirty="0"/>
              <a:t>Build Process cont.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2F78E-32DA-7350-3C5C-B134EB236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ZA" dirty="0"/>
              <a:t>Step 7: Set up database 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2D887-7644-4B2C-3E7E-43F99D8EF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 lnSpcReduction="10000"/>
          </a:bodyPr>
          <a:lstStyle/>
          <a:p>
            <a:r>
              <a:rPr lang="en-ZA" dirty="0"/>
              <a:t>Step 8: Ensure Database is capable of logging data</a:t>
            </a:r>
          </a:p>
          <a:p>
            <a:endParaRPr lang="en-Z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2E2B55-C620-0665-F010-2A2D037405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147905"/>
            <a:ext cx="5387975" cy="273547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976B2F-D867-789D-BA47-110E091C62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34" y="3147905"/>
            <a:ext cx="5414962" cy="27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B79C-035F-DF99-F6E9-AED4CFEF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ZA" b="1" dirty="0"/>
              <a:t>Build Process cont.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B7925-B9AF-6115-F2C7-82B38FD89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r>
              <a:rPr lang="en-ZA" dirty="0"/>
              <a:t>Step 9:  Dashboard</a:t>
            </a:r>
          </a:p>
          <a:p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A54E6-F117-CF5D-89B9-48C02F0E6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r>
              <a:rPr lang="en-ZA" dirty="0"/>
              <a:t>Step 10: Final UI for data capturing</a:t>
            </a:r>
          </a:p>
          <a:p>
            <a:endParaRPr lang="en-Z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E1D176-EE26-59BA-72BC-BE1DA9DD81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438" y="2719009"/>
            <a:ext cx="5414962" cy="313769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F30F40-A82A-FEA4-D841-A10DD954FF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19008"/>
            <a:ext cx="5387975" cy="31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40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6EA5-1655-B846-3CCE-7020F727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ZA" b="1" dirty="0"/>
              <a:t>Build Process cont.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90421-A6D1-9C38-712B-CAF3F4963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ZA" dirty="0"/>
              <a:t>Step 11: GitHub upload</a:t>
            </a:r>
          </a:p>
          <a:p>
            <a:endParaRPr lang="en-ZA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BD6E77-1AEF-79E3-CBAF-F07CF33827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42209"/>
            <a:ext cx="5387975" cy="346026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44CFB-E674-BBA8-42C3-CD027BE0F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 lnSpcReduction="10000"/>
          </a:bodyPr>
          <a:lstStyle/>
          <a:p>
            <a:r>
              <a:rPr lang="en-ZA" dirty="0"/>
              <a:t>Step 12: Components for the hardware housing case</a:t>
            </a:r>
          </a:p>
          <a:p>
            <a:endParaRPr lang="en-Z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523BFC-0302-B10D-C843-DAC514F43F5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43049" y="2090133"/>
            <a:ext cx="3460265" cy="496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79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59D8-C498-232E-FD3A-0BF91706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ZA" dirty="0"/>
              <a:t>Build Process cont.						      </a:t>
            </a:r>
            <a:r>
              <a:rPr lang="en-ZA" sz="3600" dirty="0"/>
              <a:t>Step 13: Completed housing case</a:t>
            </a:r>
            <a:br>
              <a:rPr lang="en-ZA" dirty="0"/>
            </a:b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E05C04-5334-A713-ABDE-78F450D57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05" y="2008145"/>
            <a:ext cx="4895223" cy="4035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28D4E1-122F-DC2F-EF4E-24C6E22B0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12762" y="1486138"/>
            <a:ext cx="4035425" cy="507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75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58F429-1073-433F-9717-82F8E730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EA1BDE-165E-4C2F-9EC8-175132C00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3253060"/>
          </a:xfrm>
          <a:custGeom>
            <a:avLst/>
            <a:gdLst>
              <a:gd name="connsiteX0" fmla="*/ 8927594 w 12188952"/>
              <a:gd name="connsiteY0" fmla="*/ 2809493 h 3253060"/>
              <a:gd name="connsiteX1" fmla="*/ 9140086 w 12188952"/>
              <a:gd name="connsiteY1" fmla="*/ 2932121 h 3253060"/>
              <a:gd name="connsiteX2" fmla="*/ 9040501 w 12188952"/>
              <a:gd name="connsiteY2" fmla="*/ 3229737 h 3253060"/>
              <a:gd name="connsiteX3" fmla="*/ 8742936 w 12188952"/>
              <a:gd name="connsiteY3" fmla="*/ 3130008 h 3253060"/>
              <a:gd name="connsiteX4" fmla="*/ 8842520 w 12188952"/>
              <a:gd name="connsiteY4" fmla="*/ 2832393 h 3253060"/>
              <a:gd name="connsiteX5" fmla="*/ 8927594 w 12188952"/>
              <a:gd name="connsiteY5" fmla="*/ 2809493 h 3253060"/>
              <a:gd name="connsiteX6" fmla="*/ 9839594 w 12188952"/>
              <a:gd name="connsiteY6" fmla="*/ 2254502 h 3253060"/>
              <a:gd name="connsiteX7" fmla="*/ 10269162 w 12188952"/>
              <a:gd name="connsiteY7" fmla="*/ 2502404 h 3253060"/>
              <a:gd name="connsiteX8" fmla="*/ 10067848 w 12188952"/>
              <a:gd name="connsiteY8" fmla="*/ 3104051 h 3253060"/>
              <a:gd name="connsiteX9" fmla="*/ 9466298 w 12188952"/>
              <a:gd name="connsiteY9" fmla="*/ 2902445 h 3253060"/>
              <a:gd name="connsiteX10" fmla="*/ 9667612 w 12188952"/>
              <a:gd name="connsiteY10" fmla="*/ 2300797 h 3253060"/>
              <a:gd name="connsiteX11" fmla="*/ 9839594 w 12188952"/>
              <a:gd name="connsiteY11" fmla="*/ 2254502 h 3253060"/>
              <a:gd name="connsiteX12" fmla="*/ 0 w 12188952"/>
              <a:gd name="connsiteY12" fmla="*/ 0 h 3253060"/>
              <a:gd name="connsiteX13" fmla="*/ 12188952 w 12188952"/>
              <a:gd name="connsiteY13" fmla="*/ 0 h 3253060"/>
              <a:gd name="connsiteX14" fmla="*/ 12188952 w 12188952"/>
              <a:gd name="connsiteY14" fmla="*/ 1905650 h 3253060"/>
              <a:gd name="connsiteX15" fmla="*/ 12120967 w 12188952"/>
              <a:gd name="connsiteY15" fmla="*/ 1946472 h 3253060"/>
              <a:gd name="connsiteX16" fmla="*/ 11074409 w 12188952"/>
              <a:gd name="connsiteY16" fmla="*/ 2037484 h 3253060"/>
              <a:gd name="connsiteX17" fmla="*/ 9864198 w 12188952"/>
              <a:gd name="connsiteY17" fmla="*/ 1887351 h 3253060"/>
              <a:gd name="connsiteX18" fmla="*/ 8991754 w 12188952"/>
              <a:gd name="connsiteY18" fmla="*/ 2414137 h 3253060"/>
              <a:gd name="connsiteX19" fmla="*/ 6991607 w 12188952"/>
              <a:gd name="connsiteY19" fmla="*/ 2871396 h 3253060"/>
              <a:gd name="connsiteX20" fmla="*/ 6284486 w 12188952"/>
              <a:gd name="connsiteY20" fmla="*/ 2249958 h 3253060"/>
              <a:gd name="connsiteX21" fmla="*/ 4389548 w 12188952"/>
              <a:gd name="connsiteY21" fmla="*/ 1928103 h 3253060"/>
              <a:gd name="connsiteX22" fmla="*/ 3011452 w 12188952"/>
              <a:gd name="connsiteY22" fmla="*/ 2635981 h 3253060"/>
              <a:gd name="connsiteX23" fmla="*/ 83366 w 12188952"/>
              <a:gd name="connsiteY23" fmla="*/ 2439064 h 3253060"/>
              <a:gd name="connsiteX24" fmla="*/ 0 w 12188952"/>
              <a:gd name="connsiteY24" fmla="*/ 2378538 h 325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88952" h="3253060">
                <a:moveTo>
                  <a:pt x="8927594" y="2809493"/>
                </a:moveTo>
                <a:cubicBezTo>
                  <a:pt x="9013893" y="2804140"/>
                  <a:pt x="9099082" y="2849829"/>
                  <a:pt x="9140086" y="2932121"/>
                </a:cubicBezTo>
                <a:cubicBezTo>
                  <a:pt x="9194758" y="3041846"/>
                  <a:pt x="9150173" y="3175092"/>
                  <a:pt x="9040501" y="3229737"/>
                </a:cubicBezTo>
                <a:cubicBezTo>
                  <a:pt x="8930831" y="3284381"/>
                  <a:pt x="8797607" y="3239732"/>
                  <a:pt x="8742936" y="3130008"/>
                </a:cubicBezTo>
                <a:cubicBezTo>
                  <a:pt x="8688263" y="3020284"/>
                  <a:pt x="8732849" y="2887038"/>
                  <a:pt x="8842520" y="2832393"/>
                </a:cubicBezTo>
                <a:cubicBezTo>
                  <a:pt x="8869938" y="2818732"/>
                  <a:pt x="8898827" y="2811276"/>
                  <a:pt x="8927594" y="2809493"/>
                </a:cubicBezTo>
                <a:close/>
                <a:moveTo>
                  <a:pt x="9839594" y="2254502"/>
                </a:moveTo>
                <a:cubicBezTo>
                  <a:pt x="10014053" y="2243682"/>
                  <a:pt x="10186270" y="2336045"/>
                  <a:pt x="10269162" y="2502404"/>
                </a:cubicBezTo>
                <a:cubicBezTo>
                  <a:pt x="10379684" y="2724217"/>
                  <a:pt x="10289552" y="2993584"/>
                  <a:pt x="10067848" y="3104051"/>
                </a:cubicBezTo>
                <a:cubicBezTo>
                  <a:pt x="9846143" y="3214519"/>
                  <a:pt x="9576819" y="3124257"/>
                  <a:pt x="9466298" y="2902445"/>
                </a:cubicBezTo>
                <a:cubicBezTo>
                  <a:pt x="9355776" y="2680632"/>
                  <a:pt x="9445908" y="2411265"/>
                  <a:pt x="9667612" y="2300797"/>
                </a:cubicBezTo>
                <a:cubicBezTo>
                  <a:pt x="9723039" y="2273180"/>
                  <a:pt x="9781442" y="2258108"/>
                  <a:pt x="9839594" y="2254502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905650"/>
                </a:lnTo>
                <a:lnTo>
                  <a:pt x="12120967" y="1946472"/>
                </a:lnTo>
                <a:cubicBezTo>
                  <a:pt x="11788993" y="2117297"/>
                  <a:pt x="11440569" y="2113011"/>
                  <a:pt x="11074409" y="2037484"/>
                </a:cubicBezTo>
                <a:cubicBezTo>
                  <a:pt x="10676141" y="1955619"/>
                  <a:pt x="10268686" y="1894040"/>
                  <a:pt x="9864198" y="1887351"/>
                </a:cubicBezTo>
                <a:cubicBezTo>
                  <a:pt x="9489288" y="1881370"/>
                  <a:pt x="9236088" y="2162088"/>
                  <a:pt x="8991754" y="2414137"/>
                </a:cubicBezTo>
                <a:cubicBezTo>
                  <a:pt x="8382906" y="3042437"/>
                  <a:pt x="7692220" y="3226501"/>
                  <a:pt x="6991607" y="2871396"/>
                </a:cubicBezTo>
                <a:cubicBezTo>
                  <a:pt x="6719890" y="2733681"/>
                  <a:pt x="6491795" y="2484385"/>
                  <a:pt x="6284486" y="2249958"/>
                </a:cubicBezTo>
                <a:cubicBezTo>
                  <a:pt x="5728685" y="1621250"/>
                  <a:pt x="5040511" y="1603258"/>
                  <a:pt x="4389548" y="1928103"/>
                </a:cubicBezTo>
                <a:cubicBezTo>
                  <a:pt x="3927375" y="2159626"/>
                  <a:pt x="3488974" y="2444363"/>
                  <a:pt x="3011452" y="2635981"/>
                </a:cubicBezTo>
                <a:cubicBezTo>
                  <a:pt x="1974772" y="3054168"/>
                  <a:pt x="970194" y="3035245"/>
                  <a:pt x="83366" y="2439064"/>
                </a:cubicBezTo>
                <a:lnTo>
                  <a:pt x="0" y="2378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2B428-4D10-E924-226B-C96C6CBF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b="1" dirty="0"/>
              <a:t>Software &amp; Technologies</a:t>
            </a:r>
            <a:br>
              <a:rPr lang="en-ZA" b="1" dirty="0"/>
            </a:br>
            <a:endParaRPr lang="en-ZA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C0642D-5920-BB32-D552-412EA818B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364981"/>
              </p:ext>
            </p:extLst>
          </p:nvPr>
        </p:nvGraphicFramePr>
        <p:xfrm>
          <a:off x="703026" y="2888978"/>
          <a:ext cx="10785948" cy="3253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78944">
                  <a:extLst>
                    <a:ext uri="{9D8B030D-6E8A-4147-A177-3AD203B41FA5}">
                      <a16:colId xmlns:a16="http://schemas.microsoft.com/office/drawing/2014/main" val="2249691088"/>
                    </a:ext>
                  </a:extLst>
                </a:gridCol>
                <a:gridCol w="5407004">
                  <a:extLst>
                    <a:ext uri="{9D8B030D-6E8A-4147-A177-3AD203B41FA5}">
                      <a16:colId xmlns:a16="http://schemas.microsoft.com/office/drawing/2014/main" val="2171262188"/>
                    </a:ext>
                  </a:extLst>
                </a:gridCol>
              </a:tblGrid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Tool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Purpose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3329150488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Arduino IDE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Programming ESP32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1359524660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GitHub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Version control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3435064691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Wokwi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Simulation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1271113488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C++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Firmware language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2107222824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ESP32 Wi-Fi Library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Connectivity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2671070174"/>
                  </a:ext>
                </a:extLst>
              </a:tr>
              <a:tr h="46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MFRC522 Library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RFID communication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722" marR="135722" marT="0" marB="0"/>
                </a:tc>
                <a:extLst>
                  <a:ext uri="{0D108BD9-81ED-4DB2-BD59-A6C34878D82A}">
                    <a16:rowId xmlns:a16="http://schemas.microsoft.com/office/drawing/2014/main" val="463302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6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DBC3-32D5-622C-3C86-87EB268E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Code 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18B70-FAEC-A552-2B07-F9386D1F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Code Documentation                      </a:t>
            </a:r>
            <a:r>
              <a:rPr lang="en-ZA" sz="2200" dirty="0"/>
              <a:t>Main Firmware (</a:t>
            </a:r>
            <a:r>
              <a:rPr lang="en-ZA" sz="2200" dirty="0" err="1"/>
              <a:t>main.ino</a:t>
            </a:r>
            <a:r>
              <a:rPr lang="en-ZA" sz="2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111E-DA5A-6576-1E41-62F9F87FE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0"/>
            <a:ext cx="5387975" cy="3924349"/>
          </a:xfrm>
        </p:spPr>
        <p:txBody>
          <a:bodyPr>
            <a:noAutofit/>
          </a:bodyPr>
          <a:lstStyle/>
          <a:p>
            <a:r>
              <a:rPr lang="en-ZA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void</a:t>
            </a:r>
            <a:r>
              <a:rPr lang="en-ZA" sz="1200" dirty="0"/>
              <a:t> setup() {</a:t>
            </a:r>
          </a:p>
          <a:p>
            <a:r>
              <a:rPr lang="en-ZA" sz="1200" dirty="0"/>
              <a:t>  // Initializes RFID reader, </a:t>
            </a:r>
            <a:r>
              <a:rPr lang="en-ZA" sz="1200" dirty="0" err="1"/>
              <a:t>WiFi</a:t>
            </a:r>
            <a:r>
              <a:rPr lang="en-ZA" sz="1200" dirty="0"/>
              <a:t> connection,</a:t>
            </a:r>
          </a:p>
          <a:p>
            <a:r>
              <a:rPr lang="en-ZA" sz="1200" dirty="0"/>
              <a:t>  // Firebase communication, LEDs, buzzer,</a:t>
            </a:r>
          </a:p>
          <a:p>
            <a:r>
              <a:rPr lang="en-ZA" sz="1200" dirty="0"/>
              <a:t>  // and NTP time synchronization.</a:t>
            </a:r>
          </a:p>
          <a:p>
            <a:r>
              <a:rPr lang="en-ZA" sz="1200" dirty="0"/>
              <a:t>}</a:t>
            </a:r>
          </a:p>
          <a:p>
            <a:endParaRPr lang="en-ZA" sz="1200" dirty="0"/>
          </a:p>
          <a:p>
            <a:r>
              <a:rPr lang="en-ZA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void</a:t>
            </a:r>
            <a:r>
              <a:rPr lang="en-ZA" sz="1200" dirty="0"/>
              <a:t> loop() {</a:t>
            </a:r>
          </a:p>
          <a:p>
            <a:r>
              <a:rPr lang="en-ZA" sz="1200" dirty="0"/>
              <a:t>  // Continuously scans RFID cards,</a:t>
            </a:r>
          </a:p>
          <a:p>
            <a:r>
              <a:rPr lang="en-ZA" sz="1200" dirty="0"/>
              <a:t>  // validates student data,</a:t>
            </a:r>
          </a:p>
          <a:p>
            <a:r>
              <a:rPr lang="en-ZA" sz="1200" dirty="0"/>
              <a:t>  // checks active class session,</a:t>
            </a:r>
          </a:p>
          <a:p>
            <a:r>
              <a:rPr lang="en-ZA" sz="1200" dirty="0"/>
              <a:t>  // and logs attendance to Firebase.</a:t>
            </a:r>
          </a:p>
          <a:p>
            <a:r>
              <a:rPr lang="en-ZA" sz="1200" dirty="0"/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992FB-0177-A173-D6C3-169C22362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ZA" sz="2200" dirty="0"/>
              <a:t>Key Functions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B777F93-0DBD-6BF3-0204-BD193D9639B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16530534"/>
              </p:ext>
            </p:extLst>
          </p:nvPr>
        </p:nvGraphicFramePr>
        <p:xfrm>
          <a:off x="6167438" y="2923416"/>
          <a:ext cx="5414962" cy="35890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7481">
                  <a:extLst>
                    <a:ext uri="{9D8B030D-6E8A-4147-A177-3AD203B41FA5}">
                      <a16:colId xmlns:a16="http://schemas.microsoft.com/office/drawing/2014/main" val="2525458847"/>
                    </a:ext>
                  </a:extLst>
                </a:gridCol>
                <a:gridCol w="2707481">
                  <a:extLst>
                    <a:ext uri="{9D8B030D-6E8A-4147-A177-3AD203B41FA5}">
                      <a16:colId xmlns:a16="http://schemas.microsoft.com/office/drawing/2014/main" val="2469692937"/>
                    </a:ext>
                  </a:extLst>
                </a:gridCol>
              </a:tblGrid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Function Name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Description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3714937871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setup()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Initializes hardware, WiFi, RFID, and Firebase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259609129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loop()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Handles RFID scanning and attendance logging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1206599877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 err="1">
                          <a:effectLst/>
                        </a:rPr>
                        <a:t>getTimeStamp</a:t>
                      </a:r>
                      <a:r>
                        <a:rPr lang="en-ZA" sz="1100" kern="100" dirty="0">
                          <a:effectLst/>
                        </a:rPr>
                        <a:t>()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Retrieves current date and time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2144126360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instantBeep()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Plays short buzzer sound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571367374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accessGranted()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Indicates successful scan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4150405951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accessDenied()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Indicates failed scan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342618607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http.GET()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Retrieves data from Firebase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3281681900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http.POST()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Sends attendance data to Firebase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1576657935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deserializeJson()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Parses Firebase JSON data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4203099516"/>
                  </a:ext>
                </a:extLst>
              </a:tr>
              <a:tr h="315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rfid.PICC_HaltA()</a:t>
                      </a:r>
                      <a:endParaRPr lang="en-ZA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Stops RFID communication after scan</a:t>
                      </a:r>
                      <a:endParaRPr lang="en-ZA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844" marR="33844" marT="0" marB="0"/>
                </a:tc>
                <a:extLst>
                  <a:ext uri="{0D108BD9-81ED-4DB2-BD59-A6C34878D82A}">
                    <a16:rowId xmlns:a16="http://schemas.microsoft.com/office/drawing/2014/main" val="745909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434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637A-68D7-F5BD-7C57-0AEFB2BC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897" y="141097"/>
            <a:ext cx="4784203" cy="796454"/>
          </a:xfrm>
        </p:spPr>
        <p:txBody>
          <a:bodyPr anchor="t">
            <a:normAutofit fontScale="90000"/>
          </a:bodyPr>
          <a:lstStyle/>
          <a:p>
            <a:r>
              <a:rPr lang="en-ZA" b="1" dirty="0"/>
              <a:t>Testing &amp; Results</a:t>
            </a:r>
            <a:br>
              <a:rPr lang="en-ZA" b="1" dirty="0"/>
            </a:b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25FE52-9750-0134-B8C0-85090A839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568767"/>
              </p:ext>
            </p:extLst>
          </p:nvPr>
        </p:nvGraphicFramePr>
        <p:xfrm>
          <a:off x="1402767" y="949127"/>
          <a:ext cx="9859400" cy="5779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1880">
                  <a:extLst>
                    <a:ext uri="{9D8B030D-6E8A-4147-A177-3AD203B41FA5}">
                      <a16:colId xmlns:a16="http://schemas.microsoft.com/office/drawing/2014/main" val="3792833279"/>
                    </a:ext>
                  </a:extLst>
                </a:gridCol>
                <a:gridCol w="1971880">
                  <a:extLst>
                    <a:ext uri="{9D8B030D-6E8A-4147-A177-3AD203B41FA5}">
                      <a16:colId xmlns:a16="http://schemas.microsoft.com/office/drawing/2014/main" val="2045125192"/>
                    </a:ext>
                  </a:extLst>
                </a:gridCol>
                <a:gridCol w="1971880">
                  <a:extLst>
                    <a:ext uri="{9D8B030D-6E8A-4147-A177-3AD203B41FA5}">
                      <a16:colId xmlns:a16="http://schemas.microsoft.com/office/drawing/2014/main" val="414137615"/>
                    </a:ext>
                  </a:extLst>
                </a:gridCol>
                <a:gridCol w="1971880">
                  <a:extLst>
                    <a:ext uri="{9D8B030D-6E8A-4147-A177-3AD203B41FA5}">
                      <a16:colId xmlns:a16="http://schemas.microsoft.com/office/drawing/2014/main" val="3942791137"/>
                    </a:ext>
                  </a:extLst>
                </a:gridCol>
                <a:gridCol w="1971880">
                  <a:extLst>
                    <a:ext uri="{9D8B030D-6E8A-4147-A177-3AD203B41FA5}">
                      <a16:colId xmlns:a16="http://schemas.microsoft.com/office/drawing/2014/main" val="1407747758"/>
                    </a:ext>
                  </a:extLst>
                </a:gridCol>
              </a:tblGrid>
              <a:tr h="2549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Test #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Description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Expected Result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Actual Result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Pass/Fail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772065248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1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ESP32 powers on and connects to system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ESP32 initializes successfully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ESP32 booted successfully after first restart attempt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194453812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2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MFRC522 RFID scanner detects RFID card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RFID card detected within 2 seconds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Initial scan delay of 3 seconds, then successful detection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741069819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3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RFID data transmission to ESP32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UID transmitted accurately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First read returned incomplete UID, second read successful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61624909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4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Green LED indication for valid card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Green LED lights up on authorized scan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LED flickered briefly before remaining stable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319872156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5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Red LED indication for invalid card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Red LED lights up on unauthorized scan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Worked correctly after resistor connection adjustment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631429701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6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Active buzzer audio feedback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Buzzer sounds during scan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Sound volume was initially low, corrected after rewiring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992112351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7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220Ω resistor protection for Green LED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LED brightness controlled safely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No overheating detected during testing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3672160097"/>
                  </a:ext>
                </a:extLst>
              </a:tr>
              <a:tr h="5028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8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220Ω resistor protection for Red LED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Stable LED operation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Minor flicker observed initially, later stabilized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594134601"/>
                  </a:ext>
                </a:extLst>
              </a:tr>
              <a:tr h="7508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9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SPI communication between ESP32 and MFRC522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Continuous communication without interruption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Temporary communication timeout occurred once, auto-recovered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✅ Pass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3713341813"/>
                  </a:ext>
                </a:extLst>
              </a:tr>
              <a:tr h="7508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10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Full attendance system operation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All components operate together correctly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System completed scans and feedback successfully after minor troubleshooting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✅ Pass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26" marR="7826" marT="7826" marB="7826" anchor="ctr"/>
                </a:tc>
                <a:extLst>
                  <a:ext uri="{0D108BD9-81ED-4DB2-BD59-A6C34878D82A}">
                    <a16:rowId xmlns:a16="http://schemas.microsoft.com/office/drawing/2014/main" val="1963255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993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2133-BB3A-EF06-CB84-B943BE1A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Challenges &amp; Solutions</a:t>
            </a:r>
            <a:br>
              <a:rPr lang="en-ZA" b="1" dirty="0"/>
            </a:b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27AD4-5AB4-096D-D224-06068A7F1A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926315"/>
              </p:ext>
            </p:extLst>
          </p:nvPr>
        </p:nvGraphicFramePr>
        <p:xfrm>
          <a:off x="625033" y="1608880"/>
          <a:ext cx="10957367" cy="5023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70967">
                  <a:extLst>
                    <a:ext uri="{9D8B030D-6E8A-4147-A177-3AD203B41FA5}">
                      <a16:colId xmlns:a16="http://schemas.microsoft.com/office/drawing/2014/main" val="119924679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661359156"/>
                    </a:ext>
                  </a:extLst>
                </a:gridCol>
              </a:tblGrid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Challenge Encountered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Solution Applied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2308487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ESP32 crashing during startup due to code error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Debugged and corrected the faulty code logic in the Arduino IDE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44669902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MFRC522 RFID scanner not detecting cards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Rechecked SPI wiring connections and corrected misplaced pins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4558665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RFID reader giving inconsistent scans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Added delays and improved scan handling in the code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8421397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Red LED not turning on properly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Fixed loose jumper wire connection and verified GPIO pin assignment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3256535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Green LED flickering during scans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Added proper 220Ω resistor and stabilized power connection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5205091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Active buzzer producing weak sound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Corrected buzzer polarity and updated output signal timing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3808479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>
                          <a:effectLst/>
                        </a:rPr>
                        <a:t>ESP32 failing to upload code</a:t>
                      </a:r>
                      <a:endParaRPr lang="en-ZA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kern="100" dirty="0">
                          <a:effectLst/>
                        </a:rPr>
                        <a:t>Selected the correct COM port and ESP32 board configuration</a:t>
                      </a:r>
                      <a:endParaRPr lang="en-ZA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331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48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33FF-FD8E-C736-E15F-75059A37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/>
              <a:t>References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0830-0ED2-9EE0-A8D6-81240ABA0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ESP32 Docs – </a:t>
            </a:r>
            <a:r>
              <a:rPr lang="en-GB" u="sng" dirty="0">
                <a:hlinkClick r:id="rId2"/>
              </a:rPr>
              <a:t>https://docs.espressif.com/projects/esp-idf/en/latest/esp32/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MFRC522 Library – </a:t>
            </a:r>
            <a:r>
              <a:rPr lang="en-GB" u="sng" dirty="0">
                <a:hlinkClick r:id="rId3"/>
              </a:rPr>
              <a:t>https://github.com/miguelbalboa/rfid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Arduino IDE – </a:t>
            </a:r>
            <a:r>
              <a:rPr lang="en-GB" u="sng" dirty="0">
                <a:hlinkClick r:id="rId4"/>
              </a:rPr>
              <a:t>https://www.arduino.cc/en/software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 err="1"/>
              <a:t>Wokwi</a:t>
            </a:r>
            <a:r>
              <a:rPr lang="en-GB" dirty="0"/>
              <a:t> – </a:t>
            </a:r>
            <a:r>
              <a:rPr lang="en-GB" u="sng" dirty="0">
                <a:hlinkClick r:id="rId5"/>
              </a:rPr>
              <a:t>https://wokwi.com/</a:t>
            </a:r>
            <a:endParaRPr lang="en-GB" dirty="0"/>
          </a:p>
          <a:p>
            <a:br>
              <a:rPr lang="en-GB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8157830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1471</Words>
  <Application>Microsoft Office PowerPoint</Application>
  <PresentationFormat>Widescreen</PresentationFormat>
  <Paragraphs>279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Avenir Next LT Pro</vt:lpstr>
      <vt:lpstr>Calibri</vt:lpstr>
      <vt:lpstr>Posterama</vt:lpstr>
      <vt:lpstr>SplashVTI</vt:lpstr>
      <vt:lpstr>Fantastic Four</vt:lpstr>
      <vt:lpstr>Group Members</vt:lpstr>
      <vt:lpstr>Introduction</vt:lpstr>
      <vt:lpstr>Project Idea &amp; Problem Statement Problem Statement </vt:lpstr>
      <vt:lpstr>Project Idea &amp; Problem Statement Proposed Solution </vt:lpstr>
      <vt:lpstr>SYSTEM FLOW</vt:lpstr>
      <vt:lpstr>Objectives </vt:lpstr>
      <vt:lpstr>SYSTEM ARCHITECTURE &amp; DESIGN  Circuit design </vt:lpstr>
      <vt:lpstr>Design Decisions </vt:lpstr>
      <vt:lpstr>Hardware Components </vt:lpstr>
      <vt:lpstr>Circuit Diagram / Wiring </vt:lpstr>
      <vt:lpstr>Build Process </vt:lpstr>
      <vt:lpstr>Build Process cont. </vt:lpstr>
      <vt:lpstr>Build Process cont.</vt:lpstr>
      <vt:lpstr>Build Process cont.</vt:lpstr>
      <vt:lpstr>Build Process cont.</vt:lpstr>
      <vt:lpstr>Build Process cont.</vt:lpstr>
      <vt:lpstr>Build Process cont.            Step 13: Completed housing case </vt:lpstr>
      <vt:lpstr>Software &amp; Technologies </vt:lpstr>
      <vt:lpstr>Code Documentation</vt:lpstr>
      <vt:lpstr>Testing &amp; Results </vt:lpstr>
      <vt:lpstr>Challenges &amp; Solutions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redah Gamieldien</dc:creator>
  <cp:lastModifiedBy>redah Gamieldien</cp:lastModifiedBy>
  <cp:revision>1</cp:revision>
  <dcterms:created xsi:type="dcterms:W3CDTF">2026-05-19T21:27:36Z</dcterms:created>
  <dcterms:modified xsi:type="dcterms:W3CDTF">2026-05-20T08:34:46Z</dcterms:modified>
</cp:coreProperties>
</file>